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56" r:id="rId3"/>
    <p:sldId id="257" r:id="rId4"/>
    <p:sldId id="258" r:id="rId5"/>
    <p:sldId id="259" r:id="rId6"/>
    <p:sldId id="264" r:id="rId7"/>
    <p:sldId id="260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373DD-6374-41E4-8DDE-BA8453A07937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2AE12-04DD-425E-8895-6258FDA2783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04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2AE12-04DD-425E-8895-6258FDA2783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523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E89F-52AE-D850-624B-93C42AD52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90BAF-9E74-B098-9909-A15BBFD2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A7BA6-7984-9A5B-94E0-7298B94B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4D682-2A55-4F77-B1A8-85776520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9125F-5BE5-625B-6283-8026694E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74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4ED2-3ABD-6EF2-520B-8E37117E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E9BA1-FBEC-14CC-93DC-429B45A05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0BC8B-8F1C-EA8F-B4BC-95F757AF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BDF01-5E9D-C3D5-8550-6476A5322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DAD4B-4EDF-949E-B114-1448BC64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45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A229-5C7A-02D8-2C55-59F01B10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F3E05-6E92-2609-A36A-4ED8BF1A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17BB4-9CDB-AD01-08BE-A15177F4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9ABEA-843A-0688-7D43-72D865BB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42C2E-DC3B-23D1-7408-27F828CA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79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84DE-AEEA-836D-0633-E4F3B7D9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02EB2-1F55-6BB2-E67D-6F454674E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47B9C-553C-7EFC-9B5A-CE57D9D00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1EBDF-229A-85FB-7FB4-4B6CFE3C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FDC9F-2DF8-738F-4528-2DCEB45E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60640-8A1A-A4C7-2AF4-F887EAB9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71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9B78-7237-69D5-C392-7FF2E4AF9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A736E-C84A-5FDB-1834-3B9962F06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E151E-8E6E-A0A5-2A9B-8B0B6AA57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F9D2DA-50E0-D1BE-74E2-AAD86DCA2C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7DE87-89C2-72D0-1A4B-4CBFAAF06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F48B4-AE05-480F-BDBC-825C4CE1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98893-D431-617D-0DD7-B61909CC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F79B79-46FA-5E16-535C-2C5527E9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5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120A-4D43-9470-796B-4EA5F20D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2D818-ED0F-3038-4E6C-697104C1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E3E7E-865E-1E99-4094-27BF978B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3F882-98F0-DA85-E69C-EF2B0BE1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5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120A-4D43-9470-796B-4EA5F20D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20A51-E250-1286-93A4-29C07922CD30}"/>
              </a:ext>
            </a:extLst>
          </p:cNvPr>
          <p:cNvSpPr/>
          <p:nvPr userDrawn="1"/>
        </p:nvSpPr>
        <p:spPr>
          <a:xfrm>
            <a:off x="0" y="0"/>
            <a:ext cx="12192000" cy="132556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2D818-ED0F-3038-4E6C-697104C1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E3E7E-865E-1E99-4094-27BF978B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3F882-98F0-DA85-E69C-EF2B0BE1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FC227D-0B9D-E32E-C595-9759BD949CEF}"/>
              </a:ext>
            </a:extLst>
          </p:cNvPr>
          <p:cNvSpPr/>
          <p:nvPr userDrawn="1"/>
        </p:nvSpPr>
        <p:spPr>
          <a:xfrm>
            <a:off x="0" y="5618602"/>
            <a:ext cx="12192000" cy="12393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B4FDB-31B5-E565-0D2A-5550D3B5A341}"/>
              </a:ext>
            </a:extLst>
          </p:cNvPr>
          <p:cNvSpPr txBox="1"/>
          <p:nvPr userDrawn="1"/>
        </p:nvSpPr>
        <p:spPr>
          <a:xfrm>
            <a:off x="0" y="99151"/>
            <a:ext cx="12192000" cy="1127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1040D-2873-FD08-5A71-279D381A17D1}"/>
              </a:ext>
            </a:extLst>
          </p:cNvPr>
          <p:cNvSpPr txBox="1"/>
          <p:nvPr userDrawn="1"/>
        </p:nvSpPr>
        <p:spPr>
          <a:xfrm>
            <a:off x="148727" y="5161212"/>
            <a:ext cx="11894545" cy="71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74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5BE14-0430-78C4-BE1B-19076A99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0C312-E95D-803B-F06A-4EFABB4E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4E3AD-6AE2-9D25-5BCD-62026C50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7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3DAB-99C7-C667-78FD-E0AB2801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DA4F-14ED-5517-1A5B-B1E055BEB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A64CF-79CF-2E01-F776-A28CD4B52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4045F-24D3-90F9-0AE3-F1AC2E64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308A2-8C8F-6CAE-0603-EEBE4E37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0D23D-7685-3BA9-0E25-826B1364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14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8747-A1D2-8B70-1929-670094E9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FB7C4-612C-82F5-9C46-F8EF7E382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32136-7990-E71B-907D-A7F5AE2AA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7CD16-47F4-FB06-B8B4-DD3E527C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4926A-67F8-E6CA-6978-C19D8434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0CD79-E078-EDE0-5416-16B857AB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69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D85B-5385-7664-4D4F-C5BB9409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C67E6-D4C9-5DD6-A676-92146B2D0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5EFC9-353B-BBCD-3549-6EF033A5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4E022-4EEB-EF03-E72B-D836DBC2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B3FEB-0DBF-693D-85B5-EDD0294A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521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6DC2C-5180-6A31-878F-A251204CE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96559-33FB-BFC9-D882-4F5E4910C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E69B9-C44B-A757-F08C-073B92D9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C00D-77C0-D079-674A-CB60D757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FE98C-63AE-3D52-F719-89023C32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33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9E5A73-4F62-6392-B1B2-B2332B72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CB03C-3BA5-A860-E5EC-868D27D6E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655C4-14FB-385A-E743-9B5B88117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A1E96-459B-4020-A0DF-E015BF9A974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D12E-DE9E-E8BF-CE65-852442635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1DCC8-696D-25AB-E693-090E9B588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065E1-D737-4327-B666-0C34DE0E14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36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3173-5C96-1369-C498-DBFC773D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Day 1- Introduction to Python and </a:t>
            </a:r>
            <a:r>
              <a:rPr lang="en-US" i="1" dirty="0">
                <a:solidFill>
                  <a:srgbClr val="FFFF00"/>
                </a:solidFill>
              </a:rPr>
              <a:t>print()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589B7B-C75B-9158-B63B-CF4B641FCE11}"/>
              </a:ext>
            </a:extLst>
          </p:cNvPr>
          <p:cNvSpPr/>
          <p:nvPr/>
        </p:nvSpPr>
        <p:spPr>
          <a:xfrm>
            <a:off x="1271081" y="1981200"/>
            <a:ext cx="9649838" cy="276664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B6B55-96C8-D950-6E29-A2952C8CB84D}"/>
              </a:ext>
            </a:extLst>
          </p:cNvPr>
          <p:cNvSpPr txBox="1"/>
          <p:nvPr/>
        </p:nvSpPr>
        <p:spPr>
          <a:xfrm>
            <a:off x="1694855" y="2397948"/>
            <a:ext cx="90669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Day 1 – Introduction to Python &amp; Printing Output</a:t>
            </a:r>
            <a:br>
              <a:rPr lang="en-IN" sz="2800" dirty="0">
                <a:solidFill>
                  <a:srgbClr val="002060"/>
                </a:solidFill>
              </a:rPr>
            </a:br>
            <a:r>
              <a:rPr lang="en-IN" sz="2800" b="1" dirty="0">
                <a:solidFill>
                  <a:srgbClr val="002060"/>
                </a:solidFill>
              </a:rPr>
              <a:t>Subject:</a:t>
            </a:r>
            <a:r>
              <a:rPr lang="en-IN" sz="2800" dirty="0">
                <a:solidFill>
                  <a:srgbClr val="002060"/>
                </a:solidFill>
              </a:rPr>
              <a:t> Python Programming</a:t>
            </a:r>
            <a:br>
              <a:rPr lang="en-IN" sz="2800" dirty="0">
                <a:solidFill>
                  <a:srgbClr val="002060"/>
                </a:solidFill>
              </a:rPr>
            </a:br>
            <a:r>
              <a:rPr lang="en-IN" sz="2800" b="1" dirty="0">
                <a:solidFill>
                  <a:srgbClr val="002060"/>
                </a:solidFill>
              </a:rPr>
              <a:t>Duration:</a:t>
            </a:r>
            <a:r>
              <a:rPr lang="en-IN" sz="2800" dirty="0">
                <a:solidFill>
                  <a:srgbClr val="002060"/>
                </a:solidFill>
              </a:rPr>
              <a:t> 45–60 minutes</a:t>
            </a:r>
            <a:br>
              <a:rPr lang="en-IN" sz="2800" dirty="0">
                <a:solidFill>
                  <a:srgbClr val="002060"/>
                </a:solidFill>
              </a:rPr>
            </a:br>
            <a:r>
              <a:rPr lang="en-IN" sz="2800" b="1" dirty="0">
                <a:solidFill>
                  <a:srgbClr val="002060"/>
                </a:solidFill>
              </a:rPr>
              <a:t>Class Level:</a:t>
            </a:r>
            <a:r>
              <a:rPr lang="en-IN" sz="2800" dirty="0">
                <a:solidFill>
                  <a:srgbClr val="002060"/>
                </a:solidFill>
              </a:rPr>
              <a:t> Beginners / Ages 10+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2DD38-CFD5-A050-CB38-EF3357BC0180}"/>
              </a:ext>
            </a:extLst>
          </p:cNvPr>
          <p:cNvSpPr txBox="1"/>
          <p:nvPr/>
        </p:nvSpPr>
        <p:spPr>
          <a:xfrm>
            <a:off x="132320" y="5918158"/>
            <a:ext cx="12192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dirty="0">
                <a:solidFill>
                  <a:srgbClr val="002060"/>
                </a:solidFill>
              </a:rPr>
              <a:t>Teacher Notes: Welcome students! Briefly explain what Python is? Connect today's lesson with real-life examples</a:t>
            </a:r>
          </a:p>
          <a:p>
            <a:r>
              <a:rPr lang="en-IN" sz="1900" dirty="0">
                <a:solidFill>
                  <a:srgbClr val="002060"/>
                </a:solidFill>
              </a:rPr>
              <a:t>Instagram, Google search, AI.</a:t>
            </a:r>
            <a:endParaRPr lang="en-US" sz="19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79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7B5F0D-4664-116B-EB0C-B659FBF4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Learning Objectives</a:t>
            </a:r>
            <a:endParaRPr lang="en-US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DD40F-37F8-A7E7-10B2-72F990831F0C}"/>
              </a:ext>
            </a:extLst>
          </p:cNvPr>
          <p:cNvSpPr txBox="1"/>
          <p:nvPr/>
        </p:nvSpPr>
        <p:spPr>
          <a:xfrm>
            <a:off x="0" y="5755948"/>
            <a:ext cx="121920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dirty="0">
                <a:solidFill>
                  <a:srgbClr val="002060"/>
                </a:solidFill>
              </a:rPr>
              <a:t>Teacher Notes: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Emphasise the simplicity of Python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Encourage questions.</a:t>
            </a:r>
            <a:endParaRPr lang="en-US" sz="1900" dirty="0">
              <a:solidFill>
                <a:srgbClr val="00206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354D72-8543-E471-9E75-5C9C0E41C5D9}"/>
              </a:ext>
            </a:extLst>
          </p:cNvPr>
          <p:cNvSpPr/>
          <p:nvPr/>
        </p:nvSpPr>
        <p:spPr>
          <a:xfrm>
            <a:off x="574431" y="1922585"/>
            <a:ext cx="11324492" cy="2903334"/>
          </a:xfrm>
          <a:prstGeom prst="roundRect">
            <a:avLst>
              <a:gd name="adj" fmla="val 28974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DC208-7525-9EE4-4132-C8377CC0CC0B}"/>
              </a:ext>
            </a:extLst>
          </p:cNvPr>
          <p:cNvSpPr txBox="1"/>
          <p:nvPr/>
        </p:nvSpPr>
        <p:spPr>
          <a:xfrm>
            <a:off x="990600" y="2255592"/>
            <a:ext cx="102108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Explain what Python is used for.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Run basic Python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Use the print() function correctly.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Print text, numbers and combined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Identify common syntax errors. (missing quotes, parentheses)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28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F19C-56D6-3B25-9332-21784E047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python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9D4D20-271B-C25A-0E44-2CA83ED1758A}"/>
              </a:ext>
            </a:extLst>
          </p:cNvPr>
          <p:cNvSpPr/>
          <p:nvPr/>
        </p:nvSpPr>
        <p:spPr>
          <a:xfrm>
            <a:off x="550984" y="1576753"/>
            <a:ext cx="5245714" cy="370449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A16EB-6548-BA81-1956-75C3F34F54A0}"/>
              </a:ext>
            </a:extLst>
          </p:cNvPr>
          <p:cNvSpPr txBox="1"/>
          <p:nvPr/>
        </p:nvSpPr>
        <p:spPr>
          <a:xfrm>
            <a:off x="708882" y="1906194"/>
            <a:ext cx="50878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Python is a beginner-friendly, high-level programming language used for: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 Web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Automation, AI &amp; Data Science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Robotics, Education</a:t>
            </a:r>
          </a:p>
          <a:p>
            <a:endParaRPr lang="en-IN" sz="2800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5718D-5FB0-5F06-F041-B062FF4A5FA6}"/>
              </a:ext>
            </a:extLst>
          </p:cNvPr>
          <p:cNvSpPr txBox="1"/>
          <p:nvPr/>
        </p:nvSpPr>
        <p:spPr>
          <a:xfrm>
            <a:off x="0" y="5610000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002060"/>
                </a:solidFill>
              </a:rPr>
              <a:t>Teacher Notes: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Focus on clarity and real-world relevance.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Use some real-world applications as examples.</a:t>
            </a:r>
          </a:p>
          <a:p>
            <a:endParaRPr lang="en-US" sz="1900" dirty="0">
              <a:solidFill>
                <a:srgbClr val="00206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80103B-921E-99A1-8280-33B767748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918" y="0"/>
            <a:ext cx="1495425" cy="1325563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4D1D52-2FBD-CE9C-123D-6B7691653567}"/>
              </a:ext>
            </a:extLst>
          </p:cNvPr>
          <p:cNvSpPr/>
          <p:nvPr/>
        </p:nvSpPr>
        <p:spPr>
          <a:xfrm>
            <a:off x="6553202" y="1576753"/>
            <a:ext cx="5245714" cy="370449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0AD856-21D4-E482-AE28-9674B5C7305E}"/>
              </a:ext>
            </a:extLst>
          </p:cNvPr>
          <p:cNvSpPr txBox="1"/>
          <p:nvPr/>
        </p:nvSpPr>
        <p:spPr>
          <a:xfrm>
            <a:off x="6658709" y="2128244"/>
            <a:ext cx="541606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Python is known for its: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Simple, readable syntax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Fast development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Wide support in tech industries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95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A8F1-AF8F-30A7-3CE8-8DCD6424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rgbClr val="FFFF00"/>
                </a:solidFill>
              </a:rPr>
              <a:t>print() </a:t>
            </a:r>
            <a:r>
              <a:rPr lang="en-US" dirty="0">
                <a:solidFill>
                  <a:schemeClr val="bg1"/>
                </a:solidFill>
              </a:rPr>
              <a:t>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72ECC-96BC-FB1E-FD97-AC4468641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45" y="4624756"/>
            <a:ext cx="5474677" cy="6294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D32C84-F8D8-2E65-3397-0E35EEE98F80}"/>
              </a:ext>
            </a:extLst>
          </p:cNvPr>
          <p:cNvSpPr/>
          <p:nvPr/>
        </p:nvSpPr>
        <p:spPr>
          <a:xfrm>
            <a:off x="1875692" y="2004646"/>
            <a:ext cx="7479323" cy="13129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A0E6E-D632-2715-4176-5B103AA58ED3}"/>
              </a:ext>
            </a:extLst>
          </p:cNvPr>
          <p:cNvSpPr txBox="1"/>
          <p:nvPr/>
        </p:nvSpPr>
        <p:spPr>
          <a:xfrm>
            <a:off x="2098431" y="2061956"/>
            <a:ext cx="69635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print() will display messages on the output screen.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DE15D-4C58-AB99-3372-EE638D7D0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728" y="4567935"/>
            <a:ext cx="4115374" cy="6862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97AD3A-E7E0-A87D-8C2A-67F79CEA30AC}"/>
              </a:ext>
            </a:extLst>
          </p:cNvPr>
          <p:cNvSpPr txBox="1"/>
          <p:nvPr/>
        </p:nvSpPr>
        <p:spPr>
          <a:xfrm>
            <a:off x="-35170" y="5596116"/>
            <a:ext cx="120278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002060"/>
                </a:solidFill>
              </a:rPr>
              <a:t>Teacher Note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02060"/>
                </a:solidFill>
              </a:rPr>
              <a:t>Run 2-3 examples.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02060"/>
                </a:solidFill>
              </a:rPr>
              <a:t>Stress lowercase print.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02060"/>
                </a:solidFill>
              </a:rPr>
              <a:t>Mention interpreter, output window</a:t>
            </a:r>
          </a:p>
          <a:p>
            <a:endParaRPr lang="en-US" sz="19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69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2D71-D35A-4E6D-D8CE-A20DFDB8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Printing numbers and more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02D56D-35CA-C87D-CE99-4EBCAAE79AFD}"/>
              </a:ext>
            </a:extLst>
          </p:cNvPr>
          <p:cNvSpPr/>
          <p:nvPr/>
        </p:nvSpPr>
        <p:spPr>
          <a:xfrm>
            <a:off x="1301261" y="2571039"/>
            <a:ext cx="9237785" cy="198120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721C9-BEDE-DF5B-D3D9-64BBA872C981}"/>
              </a:ext>
            </a:extLst>
          </p:cNvPr>
          <p:cNvSpPr txBox="1"/>
          <p:nvPr/>
        </p:nvSpPr>
        <p:spPr>
          <a:xfrm>
            <a:off x="1981200" y="2974630"/>
            <a:ext cx="85578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print(2025)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002060"/>
                </a:solidFill>
              </a:rPr>
              <a:t>print("I am", 20, "years old")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A23DE0-D8F4-B7C2-AFDF-5D46A9768C9D}"/>
              </a:ext>
            </a:extLst>
          </p:cNvPr>
          <p:cNvSpPr txBox="1"/>
          <p:nvPr/>
        </p:nvSpPr>
        <p:spPr>
          <a:xfrm>
            <a:off x="0" y="5603631"/>
            <a:ext cx="1219200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002060"/>
                </a:solidFill>
              </a:rPr>
              <a:t>Teacher Notes: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02060"/>
                </a:solidFill>
              </a:rPr>
              <a:t>Explain why quotes are needed for 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02060"/>
                </a:solidFill>
              </a:rPr>
              <a:t>Point out numbers won’t use quotes.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02060"/>
                </a:solidFill>
              </a:rPr>
              <a:t>Show where errors appear.</a:t>
            </a:r>
          </a:p>
          <a:p>
            <a:endParaRPr lang="en-US" sz="19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18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8FCC-1FCD-B943-0864-454E65DC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Common Errors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CBD3F7-90A3-233F-D022-25C852356183}"/>
              </a:ext>
            </a:extLst>
          </p:cNvPr>
          <p:cNvSpPr/>
          <p:nvPr/>
        </p:nvSpPr>
        <p:spPr>
          <a:xfrm>
            <a:off x="1899139" y="1746738"/>
            <a:ext cx="8217877" cy="336452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6208-1CCB-4C5B-EB7C-F5158E572E78}"/>
              </a:ext>
            </a:extLst>
          </p:cNvPr>
          <p:cNvSpPr txBox="1"/>
          <p:nvPr/>
        </p:nvSpPr>
        <p:spPr>
          <a:xfrm>
            <a:off x="187569" y="5692840"/>
            <a:ext cx="1187547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002060"/>
                </a:solidFill>
              </a:rPr>
              <a:t>Teacher 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Demonstrate the error in real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Explain how error messages help debugging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2AE2C-B3C6-0B37-2928-C41355A575EC}"/>
              </a:ext>
            </a:extLst>
          </p:cNvPr>
          <p:cNvSpPr txBox="1"/>
          <p:nvPr/>
        </p:nvSpPr>
        <p:spPr>
          <a:xfrm>
            <a:off x="2356338" y="2180492"/>
            <a:ext cx="67993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nameError: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print(hello) → nameError</a:t>
            </a:r>
          </a:p>
          <a:p>
            <a:endParaRPr lang="en-US" sz="28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Missing parentheses: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print "Hello" → </a:t>
            </a:r>
            <a:r>
              <a:rPr lang="en-US" sz="2800" dirty="0" err="1">
                <a:solidFill>
                  <a:srgbClr val="002060"/>
                </a:solidFill>
              </a:rPr>
              <a:t>syntaxError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395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C0F0-1B2A-6B7C-63F4-355761FC2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Guided Practice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1F0766-1636-0353-A49A-ED22F47C654B}"/>
              </a:ext>
            </a:extLst>
          </p:cNvPr>
          <p:cNvSpPr/>
          <p:nvPr/>
        </p:nvSpPr>
        <p:spPr>
          <a:xfrm>
            <a:off x="1219200" y="1822395"/>
            <a:ext cx="8581292" cy="357553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18D68-4ACA-B2AF-C6E0-A6C35771101E}"/>
              </a:ext>
            </a:extLst>
          </p:cNvPr>
          <p:cNvSpPr txBox="1"/>
          <p:nvPr/>
        </p:nvSpPr>
        <p:spPr>
          <a:xfrm>
            <a:off x="2033954" y="2579112"/>
            <a:ext cx="76141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Print their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Print their favorite food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Print a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002060"/>
                </a:solidFill>
              </a:rPr>
              <a:t>Print a sentence with text + number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B0701-58E1-A55B-BC37-D587E6454B72}"/>
              </a:ext>
            </a:extLst>
          </p:cNvPr>
          <p:cNvSpPr txBox="1"/>
          <p:nvPr/>
        </p:nvSpPr>
        <p:spPr>
          <a:xfrm>
            <a:off x="0" y="5702404"/>
            <a:ext cx="12192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002060"/>
                </a:solidFill>
              </a:rPr>
              <a:t>Teacher Notes: </a:t>
            </a:r>
          </a:p>
          <a:p>
            <a:r>
              <a:rPr lang="en-IN" sz="1900" dirty="0">
                <a:solidFill>
                  <a:srgbClr val="002060"/>
                </a:solidFill>
              </a:rPr>
              <a:t>Provide support and corrective feedback: Missing commas, Wrong quotes, and capital “Print”</a:t>
            </a:r>
          </a:p>
          <a:p>
            <a:endParaRPr lang="en-IN" sz="1900" dirty="0">
              <a:solidFill>
                <a:srgbClr val="002060"/>
              </a:solidFill>
            </a:endParaRPr>
          </a:p>
          <a:p>
            <a:endParaRPr lang="en-US" sz="19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81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D227-0ED1-FB63-EAFD-06FD66F9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082838-C022-1F37-CE23-320947039853}"/>
              </a:ext>
            </a:extLst>
          </p:cNvPr>
          <p:cNvSpPr/>
          <p:nvPr/>
        </p:nvSpPr>
        <p:spPr>
          <a:xfrm>
            <a:off x="1301261" y="1695838"/>
            <a:ext cx="8581292" cy="335680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BEBCB-AE9C-6D03-2022-F3B52DF0C693}"/>
              </a:ext>
            </a:extLst>
          </p:cNvPr>
          <p:cNvSpPr txBox="1"/>
          <p:nvPr/>
        </p:nvSpPr>
        <p:spPr>
          <a:xfrm>
            <a:off x="2227383" y="1910318"/>
            <a:ext cx="67290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Tasks:</a:t>
            </a:r>
          </a:p>
          <a:p>
            <a:endParaRPr lang="en-IN" sz="2800" dirty="0">
              <a:solidFill>
                <a:srgbClr val="002060"/>
              </a:solidFill>
            </a:endParaRPr>
          </a:p>
          <a:p>
            <a:r>
              <a:rPr lang="en-IN" sz="2800" dirty="0">
                <a:solidFill>
                  <a:srgbClr val="002060"/>
                </a:solidFill>
              </a:rPr>
              <a:t>Write 3 sentences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Print a hobby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Print a number 1–100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Print “Python is fun!” exactly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EB71B-3C05-0032-382C-B6AAA51E31C4}"/>
              </a:ext>
            </a:extLst>
          </p:cNvPr>
          <p:cNvSpPr txBox="1"/>
          <p:nvPr/>
        </p:nvSpPr>
        <p:spPr>
          <a:xfrm>
            <a:off x="0" y="5720317"/>
            <a:ext cx="1060938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>
                <a:solidFill>
                  <a:srgbClr val="002060"/>
                </a:solidFill>
              </a:rPr>
              <a:t>Teacher Notes:</a:t>
            </a:r>
            <a:endParaRPr lang="en-IN" sz="19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Encourage exploration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Help students check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92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016C-515F-A36F-8478-C6281A5C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Mini Project-Personal Introduction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20E7C4-53F9-E464-D9A9-D804092B4239}"/>
              </a:ext>
            </a:extLst>
          </p:cNvPr>
          <p:cNvSpPr/>
          <p:nvPr/>
        </p:nvSpPr>
        <p:spPr>
          <a:xfrm>
            <a:off x="339970" y="1601315"/>
            <a:ext cx="5076092" cy="333478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290DF-20C9-1088-9F24-EEC8A5F3E49C}"/>
              </a:ext>
            </a:extLst>
          </p:cNvPr>
          <p:cNvSpPr txBox="1"/>
          <p:nvPr/>
        </p:nvSpPr>
        <p:spPr>
          <a:xfrm>
            <a:off x="451338" y="2144889"/>
            <a:ext cx="49764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One favourite 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One dream for the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002060"/>
                </a:solidFill>
              </a:rPr>
              <a:t>A number of their choice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DD119C-1E45-E5E1-A115-4251F0784728}"/>
              </a:ext>
            </a:extLst>
          </p:cNvPr>
          <p:cNvSpPr/>
          <p:nvPr/>
        </p:nvSpPr>
        <p:spPr>
          <a:xfrm>
            <a:off x="6365631" y="1601316"/>
            <a:ext cx="5251937" cy="34278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BE1B1-2BDE-26E2-A643-158CC0B4FA36}"/>
              </a:ext>
            </a:extLst>
          </p:cNvPr>
          <p:cNvSpPr txBox="1"/>
          <p:nvPr/>
        </p:nvSpPr>
        <p:spPr>
          <a:xfrm>
            <a:off x="6808176" y="1744779"/>
            <a:ext cx="43668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Sample Output</a:t>
            </a:r>
          </a:p>
          <a:p>
            <a:endParaRPr lang="en-IN" sz="24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</a:rPr>
              <a:t>My name is Rahul.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</a:rPr>
              <a:t>I am 12 years 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</a:rPr>
              <a:t>I love football.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</a:rPr>
              <a:t>My dream is to become a scientist.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</a:rPr>
              <a:t>My favourite number is 18.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B0953-35E9-3157-5DBB-D60FB89008E6}"/>
              </a:ext>
            </a:extLst>
          </p:cNvPr>
          <p:cNvSpPr txBox="1"/>
          <p:nvPr/>
        </p:nvSpPr>
        <p:spPr>
          <a:xfrm>
            <a:off x="0" y="5611093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002060"/>
                </a:solidFill>
              </a:rPr>
              <a:t>Teacher 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Encourage neat formatting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002060"/>
                </a:solidFill>
              </a:rPr>
              <a:t>Check for correct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02060"/>
                </a:solidFill>
              </a:rPr>
              <a:t>And let them add extra details if they want.</a:t>
            </a:r>
          </a:p>
        </p:txBody>
      </p:sp>
    </p:spTree>
    <p:extLst>
      <p:ext uri="{BB962C8B-B14F-4D97-AF65-F5344CB8AC3E}">
        <p14:creationId xmlns:p14="http://schemas.microsoft.com/office/powerpoint/2010/main" val="722398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0E77-58A1-09C3-12A3-9FC6C0B14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Exit Ticket/Assessment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FE20A0-1025-4773-8583-98FC6C1E1973}"/>
              </a:ext>
            </a:extLst>
          </p:cNvPr>
          <p:cNvSpPr/>
          <p:nvPr/>
        </p:nvSpPr>
        <p:spPr>
          <a:xfrm>
            <a:off x="2133600" y="1852246"/>
            <a:ext cx="8346831" cy="29893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FA02E-42AC-0E03-87FA-625E4BB03450}"/>
              </a:ext>
            </a:extLst>
          </p:cNvPr>
          <p:cNvSpPr txBox="1"/>
          <p:nvPr/>
        </p:nvSpPr>
        <p:spPr>
          <a:xfrm>
            <a:off x="2743199" y="2444878"/>
            <a:ext cx="78310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002060"/>
                </a:solidFill>
              </a:rPr>
              <a:t>What does the print () function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002060"/>
                </a:solidFill>
              </a:rPr>
              <a:t>Why do we use quotes?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002060"/>
                </a:solidFill>
              </a:rPr>
              <a:t>Write a correct Python print statement for: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9BEA5-5DE9-2BDA-80E7-01813C694E47}"/>
              </a:ext>
            </a:extLst>
          </p:cNvPr>
          <p:cNvSpPr txBox="1"/>
          <p:nvPr/>
        </p:nvSpPr>
        <p:spPr>
          <a:xfrm>
            <a:off x="0" y="5667625"/>
            <a:ext cx="120747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rgbClr val="002060"/>
                </a:solidFill>
              </a:rPr>
              <a:t>Teacher Note: </a:t>
            </a:r>
            <a:r>
              <a:rPr lang="en-IN" sz="1900" dirty="0">
                <a:solidFill>
                  <a:srgbClr val="002060"/>
                </a:solidFill>
              </a:rPr>
              <a:t>Use this to check understanding before Day 2.</a:t>
            </a:r>
            <a:endParaRPr lang="en-US" sz="19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97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460</Words>
  <Application>Microsoft Office PowerPoint</Application>
  <PresentationFormat>Widescreen</PresentationFormat>
  <Paragraphs>87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Day 1- Introduction to Python and print()</vt:lpstr>
      <vt:lpstr>Learning Objectives</vt:lpstr>
      <vt:lpstr>What is python</vt:lpstr>
      <vt:lpstr>The print() function</vt:lpstr>
      <vt:lpstr>Printing numbers and more</vt:lpstr>
      <vt:lpstr>Common Errors</vt:lpstr>
      <vt:lpstr>Guided Practice</vt:lpstr>
      <vt:lpstr>Independent Practice</vt:lpstr>
      <vt:lpstr>Mini Project-Personal Introduction</vt:lpstr>
      <vt:lpstr>Exit Ticket/Assessment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ATHIRA A</dc:creator>
  <cp:lastModifiedBy>ATHIRA A</cp:lastModifiedBy>
  <cp:revision>5</cp:revision>
  <dcterms:created xsi:type="dcterms:W3CDTF">2026-01-20T09:01:06Z</dcterms:created>
  <dcterms:modified xsi:type="dcterms:W3CDTF">2026-01-21T08:25:45Z</dcterms:modified>
</cp:coreProperties>
</file>